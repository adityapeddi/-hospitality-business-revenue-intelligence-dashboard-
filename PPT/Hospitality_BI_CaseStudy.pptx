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71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1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60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35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1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7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30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79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22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2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7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706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806" y="1207991"/>
            <a:ext cx="8672052" cy="2221009"/>
          </a:xfrm>
        </p:spPr>
        <p:txBody>
          <a:bodyPr>
            <a:normAutofit/>
          </a:bodyPr>
          <a:lstStyle/>
          <a:p>
            <a:pPr algn="ctr"/>
            <a:r>
              <a:rPr sz="5000" dirty="0"/>
              <a:t>Hospitality Business &amp; Revenue Intelligence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626" y="3728034"/>
            <a:ext cx="8131277" cy="893127"/>
          </a:xfrm>
        </p:spPr>
        <p:txBody>
          <a:bodyPr>
            <a:noAutofit/>
          </a:bodyPr>
          <a:lstStyle/>
          <a:p>
            <a:pPr algn="ctr"/>
            <a:r>
              <a:rPr lang="en-US" sz="2700" cap="none" dirty="0"/>
              <a:t>A Data Intelligence Case Study For Atliq Grands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962C1-7133-50DC-EE4D-A9EEB0AD933E}"/>
              </a:ext>
            </a:extLst>
          </p:cNvPr>
          <p:cNvSpPr txBox="1"/>
          <p:nvPr/>
        </p:nvSpPr>
        <p:spPr>
          <a:xfrm>
            <a:off x="373626" y="5650009"/>
            <a:ext cx="1702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By: Aditya Peddi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Dataset &amp; Modelling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Business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075235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500" dirty="0" err="1"/>
              <a:t>AtliQ</a:t>
            </a:r>
            <a:r>
              <a:rPr sz="2500" dirty="0"/>
              <a:t> Grands, a luxury &amp; business hotel chain in India, has been losing market share and revenue due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Increased competition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Ineffective decision-making</a:t>
            </a:r>
          </a:p>
          <a:p>
            <a:pPr marL="0" indent="0">
              <a:buNone/>
            </a:pPr>
            <a:r>
              <a:rPr sz="2500" dirty="0"/>
              <a:t>To regain market position, leadership decided to adopt Business &amp; Data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015613"/>
            <a:ext cx="8421329" cy="411055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Analyze occupancy and revenue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Identify performance gaps across cities, properties, and room classes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Understand cancellation behavior and revenue leakage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Evaluate booking platform contribution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Provide data-driven insights for strategic decision 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7361"/>
            <a:ext cx="8519652" cy="4388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500" dirty="0"/>
              <a:t>Five datasets used</a:t>
            </a:r>
            <a:r>
              <a:rPr lang="en-US" sz="2500" dirty="0"/>
              <a:t>:</a:t>
            </a:r>
            <a:endParaRPr sz="2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 err="1"/>
              <a:t>dim_date</a:t>
            </a:r>
            <a:r>
              <a:rPr sz="2500" dirty="0"/>
              <a:t> – date, week, weekend/weekday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 err="1"/>
              <a:t>dim_hotels</a:t>
            </a:r>
            <a:r>
              <a:rPr sz="2500" dirty="0"/>
              <a:t> – hotel ID, name, city,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 err="1"/>
              <a:t>dim_rooms</a:t>
            </a:r>
            <a:r>
              <a:rPr sz="2500" dirty="0"/>
              <a:t> – room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 err="1"/>
              <a:t>fact_bookings</a:t>
            </a:r>
            <a:r>
              <a:rPr sz="2500" dirty="0"/>
              <a:t> – transaction</a:t>
            </a:r>
            <a:r>
              <a:rPr lang="en-US" sz="2500" dirty="0"/>
              <a:t> </a:t>
            </a:r>
            <a:r>
              <a:rPr sz="2500" dirty="0"/>
              <a:t>level booking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 err="1"/>
              <a:t>fact_aggregated_bookings</a:t>
            </a:r>
            <a:r>
              <a:rPr sz="2500" dirty="0"/>
              <a:t> – daily occupancy, capacity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01FE9-68CB-0228-5CA2-3FB6344CA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5" y="825910"/>
            <a:ext cx="7776825" cy="1396180"/>
          </a:xfrm>
        </p:spPr>
        <p:txBody>
          <a:bodyPr>
            <a:normAutofit/>
          </a:bodyPr>
          <a:lstStyle/>
          <a:p>
            <a:r>
              <a:rPr lang="en-US" sz="4900" dirty="0">
                <a:sym typeface="Arial" panose="020B0604020202020204"/>
              </a:rPr>
              <a:t>Tools and Technologies Used</a:t>
            </a:r>
            <a:br>
              <a:rPr lang="en-US" dirty="0">
                <a:solidFill>
                  <a:srgbClr val="DD7E6B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351F0-67DB-0B7F-284C-CA636B19E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1956619"/>
            <a:ext cx="8593394" cy="431702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 Power BI desktop </a:t>
            </a:r>
            <a:r>
              <a:rPr lang="en-US" sz="2500" dirty="0"/>
              <a:t>- for visualization and dashboard.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 Power Query </a:t>
            </a:r>
            <a:r>
              <a:rPr lang="en-US" sz="2500" dirty="0"/>
              <a:t>– for data extraction and transformation.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 Star Methodology </a:t>
            </a:r>
            <a:r>
              <a:rPr lang="en-US" sz="2500" dirty="0"/>
              <a:t>– for developing the logical relationship between the tables.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 DAX studio </a:t>
            </a:r>
            <a:r>
              <a:rPr lang="en-US" sz="2500" dirty="0"/>
              <a:t>– for creating and optimizing the DAX measures.</a:t>
            </a:r>
          </a:p>
        </p:txBody>
      </p:sp>
    </p:spTree>
    <p:extLst>
      <p:ext uri="{BB962C8B-B14F-4D97-AF65-F5344CB8AC3E}">
        <p14:creationId xmlns:p14="http://schemas.microsoft.com/office/powerpoint/2010/main" val="109041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sz="2500" dirty="0"/>
              <a:t>Total Revenue: ₹1.71B</a:t>
            </a:r>
          </a:p>
          <a:p>
            <a:r>
              <a:rPr sz="2500" dirty="0"/>
              <a:t>Occupancy: 58.39%</a:t>
            </a:r>
          </a:p>
          <a:p>
            <a:r>
              <a:rPr sz="2500" dirty="0"/>
              <a:t>Cancellation Rate: ~25%</a:t>
            </a:r>
          </a:p>
          <a:p>
            <a:r>
              <a:rPr sz="2500" dirty="0"/>
              <a:t>Mumbai &amp; Bangalore lead in revenue and RevPAR</a:t>
            </a:r>
          </a:p>
          <a:p>
            <a:r>
              <a:rPr sz="2500" dirty="0"/>
              <a:t>MakeMyTrip contributes highest revenue but with noticeable cancellations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927751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Improved visibility into operational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Identification of high-revenue cities and 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Detection of cancellation hotspots and revenue leakage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Enhanced pricing and inventory optimization </a:t>
            </a:r>
            <a:r>
              <a:rPr lang="en-US" sz="2500" dirty="0"/>
              <a:t> </a:t>
            </a:r>
            <a:r>
              <a:rPr sz="2500" dirty="0"/>
              <a:t>opportunities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799931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Strengthen revenue management with dynamic 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Improve platform partnerships based on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Reduce cancellations via flexible policies &amp; targeted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/>
              <a:t> </a:t>
            </a:r>
            <a:r>
              <a:rPr sz="2500" dirty="0"/>
              <a:t>Focus on high-performing cities for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28</TotalTime>
  <Words>325</Words>
  <Application>Microsoft Office PowerPoint</Application>
  <PresentationFormat>On-screen Show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Retrospect</vt:lpstr>
      <vt:lpstr>Hospitality Business &amp; Revenue Intelligence Dashboard</vt:lpstr>
      <vt:lpstr>Case Study Overview</vt:lpstr>
      <vt:lpstr>Problem Statement</vt:lpstr>
      <vt:lpstr>Project Objectives</vt:lpstr>
      <vt:lpstr>Dataset Summary</vt:lpstr>
      <vt:lpstr>Tools and Technologies Used </vt:lpstr>
      <vt:lpstr>Key Insights</vt:lpstr>
      <vt:lpstr>Business Impact</vt:lpstr>
      <vt:lpstr>Strategic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peddi aditya</cp:lastModifiedBy>
  <cp:revision>3</cp:revision>
  <dcterms:created xsi:type="dcterms:W3CDTF">2013-01-27T09:14:16Z</dcterms:created>
  <dcterms:modified xsi:type="dcterms:W3CDTF">2025-12-11T17:06:52Z</dcterms:modified>
  <cp:category/>
</cp:coreProperties>
</file>